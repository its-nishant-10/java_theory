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18"/>
  </p:handoutMasterIdLst>
  <p:sldIdLst>
    <p:sldId id="260" r:id="rId3"/>
    <p:sldId id="497" r:id="rId4"/>
    <p:sldId id="498" r:id="rId5"/>
    <p:sldId id="499" r:id="rId6"/>
    <p:sldId id="500" r:id="rId7"/>
    <p:sldId id="501" r:id="rId8"/>
    <p:sldId id="502" r:id="rId9"/>
    <p:sldId id="503" r:id="rId10"/>
    <p:sldId id="504" r:id="rId11"/>
    <p:sldId id="505" r:id="rId12"/>
    <p:sldId id="506" r:id="rId13"/>
    <p:sldId id="507" r:id="rId14"/>
    <p:sldId id="508" r:id="rId15"/>
    <p:sldId id="509" r:id="rId16"/>
    <p:sldId id="510" r:id="rId17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FFCC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9654"/>
    <p:restoredTop sz="94660"/>
  </p:normalViewPr>
  <p:slideViewPr>
    <p:cSldViewPr showGuides="1">
      <p:cViewPr varScale="1">
        <p:scale>
          <a:sx n="69" d="100"/>
          <a:sy n="69" d="100"/>
        </p:scale>
        <p:origin x="-1412" y="-68"/>
      </p:cViewPr>
      <p:guideLst>
        <p:guide orient="horz" pos="2180"/>
        <p:guide pos="2904"/>
      </p:guideLst>
    </p:cSldViewPr>
  </p:slideViewPr>
  <p:outlineViewPr>
    <p:cViewPr>
      <p:scale>
        <a:sx n="33" d="100"/>
        <a:sy n="33" d="100"/>
      </p:scale>
      <p:origin x="0" y="12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" descr="liquidgold_background_ti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2438400"/>
            <a:ext cx="7772400" cy="1143000"/>
          </a:xfrm>
        </p:spPr>
        <p:txBody>
          <a:bodyPr/>
          <a:lstStyle>
            <a:lvl1pPr>
              <a:defRPr sz="4200"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4724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4724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2051" name="Rectangle 4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3352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6600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6600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6600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6600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6600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6600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6600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66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Font typeface="Wingdings" panose="05000000000000000000" pitchFamily="2" charset="2"/>
        <a:buChar char="Ø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00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00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00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00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Array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772541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Normally, array is a collection of similar type of elements that have contiguous memory location.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Java array is an object the contains elements of similar data type. It is a data structure where we store similar elements. We can store only fixed set of elements in a java array.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Array in java is index based, first element of the array is stored at 0 index.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 of Java Array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772541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Code Optimization: It makes the code optimized, we can retrieve or sort the data easily.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Random access: We can get any data located at any index position.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06730" y="415925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 of Java Array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13715" y="5099685"/>
            <a:ext cx="81927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Size Limit: We can store only fixed size of elements in the array. It doesn't grow its size at runtime. To solve this problem, collection framework is used in java.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Dimensional Array in java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77254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to Declare an Array in java 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dataType[] arr; (or)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dataType []arr; (or)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dataType arr[];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Instantiation of an Array in java 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arr=new datatype[size];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single dimensional java array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77254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Testarray{ 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args[]){ 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a[]=new int[5];</a:t>
            </a:r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//declaration and instantiation</a:t>
            </a: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a[0]=10;</a:t>
            </a:r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//initialization 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a[1]=20; 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a[2]=70; 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a[3]=40; 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a[4]=50; 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for(int i=0;i&lt;a.length;i++)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System.out.println(a[i]); 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}} 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single dimensional java array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772541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class Testarray1{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args[]){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int a[]={33,3,4,5};</a:t>
            </a:r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//declaration, instantiation and initialization  </a:t>
            </a:r>
            <a:endParaRPr lang="en-US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i=0;i&lt;a.length;i++)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System.out.println(a[i]);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}}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Passing Array to method in java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77254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class Testarray{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static void min(int arr[]){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int min=arr[0];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i=1;i&lt;arr.length;i++)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if(min&gt;arr[i])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min=arr[i];   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System.out.println(min);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args[]){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int a[]={33,3,4,5};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min(a);</a:t>
            </a:r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//passing array to method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}}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Passing Array to method in java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77254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class Testarray{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static void min(int arr[]){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int min=arr[0];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i=1;i&lt;arr.length;i++)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if(min&gt;arr[i])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min=arr[i];   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System.out.println(min);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args[]){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int a[]={33,3,4,5};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min(a);</a:t>
            </a:r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//passing array to method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}}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Dimensional Array in java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772541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to Declare a 2DArray in java 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dataType[][] arr; (or)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dataType [][]arr; (or)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dataType arr[][]; (or)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dataType []arr[]; 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Instantiation of an Array in java 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int[][] arr=new int[3][3];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Two dimensional java array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77254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class Testarray{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args[]){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//declaring and initializing 2D array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int arr[][]={{1,2,3},{2,4,5},{4,4,5}};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i=0;i&lt;3;i++){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for(int j=0;j&lt;3;j++){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System.out.print(arr[i][j]+" ");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}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System.out.println();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}}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class name of java array ?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77254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 java, array is an object. For array object, an proxy class is created whose name can be obtained by getClass().getName() method on the object.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class Testarray{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args[]){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int arr[]={4,4,5};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Class c=arr.getClass();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name=c.getName();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System.out.println(name);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}}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 I</a:t>
            </a:r>
            <a:endParaRPr lang="en-US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Copying a java array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77254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class TestArrayCopyDemo 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public static void main(String[] args) {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char[] copyFrom = { 'd', 'e', 'c', 'a', 'f', 'f', 'e',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'i', 'n', 'a', 't', 'e', 'd' };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char[] copyTo = new char[7];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System.arraycopy(copyFrom, 2, copyTo, 0, 7);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System.out.println(new String(copyTo));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}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Output:caffein</a:t>
            </a:r>
            <a:endParaRPr lang="en-US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Copying a java array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805307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of arraycopy method 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arraycopy(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Object src, int srcPos,Object dest, int destPos, int length  ) 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 of Objects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805307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public int roll_no;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name;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Student(int roll_no, String name)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this.roll_no = roll_no;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this.name = name;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 of Objects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840" y="2031365"/>
            <a:ext cx="805307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public class GFG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public static void main (String[] args)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{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</a:t>
            </a:r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declares an Array of integers.</a:t>
            </a:r>
            <a:endParaRPr lang="en-US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Student[] arr;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</a:t>
            </a:r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allocating memory for 5 objects of type Student.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arr = new Student[5];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</a:t>
            </a:r>
            <a:endParaRPr lang="en-US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21005" y="271780"/>
            <a:ext cx="5486400" cy="5835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>
                <a:solidFill>
                  <a:srgbClr val="993300"/>
                </a:solidFill>
                <a:latin typeface="Impact" panose="020B0806030902050204" pitchFamily="34" charset="0"/>
                <a:ea typeface="+mn-ea"/>
                <a:cs typeface="+mn-cs"/>
              </a:rPr>
              <a:t>Array in Java</a:t>
            </a:r>
            <a:endParaRPr kumimoji="0" lang="en-US" sz="3200" kern="1200" cap="none" spc="0" normalizeH="0" baseline="0" noProof="0">
              <a:solidFill>
                <a:srgbClr val="993300"/>
              </a:solidFill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6149" name="Line 5"/>
          <p:cNvSpPr/>
          <p:nvPr/>
        </p:nvSpPr>
        <p:spPr>
          <a:xfrm>
            <a:off x="304800" y="1066800"/>
            <a:ext cx="86106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1"/>
          <p:cNvSpPr txBox="1"/>
          <p:nvPr/>
        </p:nvSpPr>
        <p:spPr>
          <a:xfrm>
            <a:off x="304800" y="1268730"/>
            <a:ext cx="7857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 of Objects :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21005" y="1909445"/>
            <a:ext cx="805307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initialize the first elements of the array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arr[0] = new Student(1,"aman");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arr[1] = new Student(2,"vaibhav");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arr[2] = new Student(3,"shikar");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arr[3] = new Student(4,"dharmesh");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arr[4] = new Student(5,"mohit");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</a:t>
            </a:r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accessing the elements of the specified array</a:t>
            </a:r>
            <a:endParaRPr lang="en-US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for (int i = 0; i &lt; arr.length; i++)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System.out.println("Element at " + i + " : " +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arr[i].roll_no +" "+ arr[i].name);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}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quidGold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B2B2B2"/>
      </a:folHlink>
    </a:clrScheme>
    <a:fontScheme name="LiquidGol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LiquidGold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quidGold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quidGold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quidGold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quidGold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quidGold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quidGold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quidGold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C:\WINNT\Profiles\Administrator\Application Data\Microsoft\Templates\LiquidGold.pot</Template>
  <TotalTime>0</TotalTime>
  <Words>4887</Words>
  <Application>WPS Presentation</Application>
  <PresentationFormat/>
  <Paragraphs>225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Impact</vt:lpstr>
      <vt:lpstr>Times New Roman</vt:lpstr>
      <vt:lpstr>Microsoft YaHei</vt:lpstr>
      <vt:lpstr>Arial Unicode MS</vt:lpstr>
      <vt:lpstr>Calibri</vt:lpstr>
      <vt:lpstr>Wingdings</vt:lpstr>
      <vt:lpstr>Microsoft JhengHei</vt:lpstr>
      <vt:lpstr>LiquidGold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comp1</dc:creator>
  <cp:lastModifiedBy>nEW u</cp:lastModifiedBy>
  <cp:revision>374</cp:revision>
  <dcterms:created xsi:type="dcterms:W3CDTF">2001-06-04T11:43:00Z</dcterms:created>
  <dcterms:modified xsi:type="dcterms:W3CDTF">2018-08-21T22:34:00Z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1033-10.2.0.7456</vt:lpwstr>
  </property>
</Properties>
</file>