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8"/>
  </p:handoutMasterIdLst>
  <p:sldIdLst>
    <p:sldId id="260" r:id="rId3"/>
    <p:sldId id="497" r:id="rId4"/>
    <p:sldId id="498" r:id="rId5"/>
    <p:sldId id="499" r:id="rId6"/>
    <p:sldId id="500" r:id="rId7"/>
    <p:sldId id="501" r:id="rId8"/>
    <p:sldId id="502" r:id="rId9"/>
    <p:sldId id="503" r:id="rId10"/>
    <p:sldId id="504" r:id="rId11"/>
    <p:sldId id="506" r:id="rId12"/>
    <p:sldId id="507" r:id="rId13"/>
    <p:sldId id="508" r:id="rId14"/>
    <p:sldId id="509" r:id="rId15"/>
    <p:sldId id="510" r:id="rId16"/>
    <p:sldId id="511" r:id="rId1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20"/>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Abstract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class which is declared with the abstract keyword is known as an abstract class in Java. It can have abstract and non-abstract methods (method with the body).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It needs to be extended and its method implemented. It cannot be instantiated.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Abstraction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7725410"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Abstraction is a process of hiding the implementation details and showing only functionality to the user.</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Another way, it shows only essential things to the user and hides the internal details, for example, sending SMS where you type the text and send the message. You don't know the internal processing about the message delivery.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Abstraction lets you focus on what the object does instead of how it does it.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Ways to achieve Abstraction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772541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two ways to achieve abstraction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Abstract class (0 to 100%)</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Interface (100%)</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Ways to achieve Abstraction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772541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two ways to achieve abstraction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Abstract class (0 to 100%)</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Interface (100%)</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Points to Remember</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7725410" cy="304609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An abstract class must be declared with an abstract keyword.</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can have abstract and non-abstract methods.</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cannot be instantiated.</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can have constructors and static methods also.</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can have final methods which will force the subclass not to change the body of the method.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Example of abstract class</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7725410" cy="4603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abstract class A{}  </a:t>
            </a:r>
            <a:endParaRPr lang="en-US" b="1">
              <a:latin typeface="Times New Roman" panose="02020603050405020304" pitchFamily="18" charset="0"/>
              <a:cs typeface="Times New Roman" panose="02020603050405020304" pitchFamily="18" charset="0"/>
            </a:endParaRPr>
          </a:p>
        </p:txBody>
      </p:sp>
      <p:sp>
        <p:nvSpPr>
          <p:cNvPr id="4" name="Text Box 3"/>
          <p:cNvSpPr txBox="1"/>
          <p:nvPr/>
        </p:nvSpPr>
        <p:spPr>
          <a:xfrm>
            <a:off x="421005" y="3013710"/>
            <a:ext cx="542099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Abstract Method in Java :</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421005" y="3842385"/>
            <a:ext cx="7935595" cy="8299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method which is declared as abstract and does not have implementation is known as an abstract method.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Example of abstract method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31365"/>
            <a:ext cx="8249285" cy="4603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abstract void printStatus();</a:t>
            </a:r>
            <a:r>
              <a:rPr lang="en-US" b="1">
                <a:solidFill>
                  <a:srgbClr val="00B050"/>
                </a:solidFill>
                <a:latin typeface="Times New Roman" panose="02020603050405020304" pitchFamily="18" charset="0"/>
                <a:cs typeface="Times New Roman" panose="02020603050405020304" pitchFamily="18" charset="0"/>
              </a:rPr>
              <a:t>//no method body and abstract  </a:t>
            </a:r>
            <a:endParaRPr lang="en-US" b="1">
              <a:solidFill>
                <a:srgbClr val="00B05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21005" y="3013710"/>
            <a:ext cx="542099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Abstract Method in Java :</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421005" y="3842385"/>
            <a:ext cx="7935595" cy="8299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method which is declared as abstract and does not have implementation is known as an abstract method.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428355"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Example of Abstract class that has an abstract method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753110" y="2550160"/>
            <a:ext cx="763206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abstract class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abstract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Honda extends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run(){System.out.println("running safely");}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obj = new Honda();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Abstract class that has an abstract method</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8802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abstract class Shape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abstract void draw();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//In real scenario, implementation is provided by others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Rectangle extends Shape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draw()</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{System.out.println("drawing rectangle");}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Abstract class that has an abstract method</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31505"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Circle extends Shape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void draw()</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{System.out.println("drawing circle");}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//In real scenario, method is called by programmer or user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class TestAbstraction</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Shape s=new Circle();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s.draw();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Abstract class that has an abstract method</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3150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abstract class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abstract int getRateOfInterest();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SBI extends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int getRateOfInterest(){return 7;}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PNB extends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int getRateOfInterest(){return 8;}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Abstract class that has an abstract method</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3150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TestBank{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Bank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b=new SBI();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System.out.println("Rate of Interest is: "+b.getRateOfInterest()+"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b=new PNB();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System.out.println("Rate of Interest is: "+b.getRateOfInterest()+"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82994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Rule: If there is an abstract method in a class, that class must be abstract.</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138680"/>
            <a:ext cx="8231505"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abstract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421005" y="3744595"/>
            <a:ext cx="5420995" cy="460375"/>
          </a:xfrm>
          <a:prstGeom prst="rect">
            <a:avLst/>
          </a:prstGeom>
          <a:noFill/>
        </p:spPr>
        <p:txBody>
          <a:bodyPr wrap="square" rtlCol="0" anchor="t">
            <a:spAutoFit/>
          </a:bodyPr>
          <a:p>
            <a:r>
              <a:rPr lang="en-US" b="1">
                <a:solidFill>
                  <a:srgbClr val="FF0000"/>
                </a:solidFill>
                <a:latin typeface="Times New Roman" panose="02020603050405020304" pitchFamily="18" charset="0"/>
                <a:cs typeface="Times New Roman" panose="02020603050405020304" pitchFamily="18" charset="0"/>
              </a:rPr>
              <a:t>compile time error</a:t>
            </a:r>
            <a:endParaRPr lang="en-US" b="1">
              <a:solidFill>
                <a:srgbClr val="FF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503555" y="4575175"/>
            <a:ext cx="8067040" cy="1198880"/>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Rule: If you are extending an abstract class that has an abstract method, you must either provide the implementation of the method or make this class abstract.</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Abstract class having constructor, data member and methods</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31505" cy="415417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abstract class Bike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Bike(){System.out.println("bike is created");}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abstract void run();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void changeGear(){System.out.println("gear changed");}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//Creating a Child class which inherits Abstract class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Honda extends Bike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void run(){System.out.println("running safely..");}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Abstract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856107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Abstract class having constructor, data member and methods</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85315"/>
            <a:ext cx="8231505" cy="3415030"/>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//Creating a Test class which calls abstract and non-abstract methods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TestAbstraction{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obj = new Honda();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obj.changeGear();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4402</Words>
  <Application>WPS Presentation</Application>
  <PresentationFormat/>
  <Paragraphs>187</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Impact</vt:lpstr>
      <vt:lpstr>Times New Roman</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378</cp:revision>
  <dcterms:created xsi:type="dcterms:W3CDTF">2001-06-04T11:43:00Z</dcterms:created>
  <dcterms:modified xsi:type="dcterms:W3CDTF">2018-08-27T05:31:33Z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1033-10.2.0.7456</vt:lpwstr>
  </property>
</Properties>
</file>